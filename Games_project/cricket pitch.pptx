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942080" y="108585"/>
            <a:ext cx="4010025" cy="65925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5169535" y="544830"/>
            <a:ext cx="1564005" cy="4702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174615" y="899160"/>
            <a:ext cx="1586230" cy="17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174615" y="1243965"/>
            <a:ext cx="15576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89855" y="4883785"/>
            <a:ext cx="155194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161280" y="4548505"/>
            <a:ext cx="1561465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ectangles 9"/>
          <p:cNvSpPr/>
          <p:nvPr/>
        </p:nvSpPr>
        <p:spPr>
          <a:xfrm>
            <a:off x="4368165" y="5678805"/>
            <a:ext cx="1094740" cy="8832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6636385" y="5678805"/>
            <a:ext cx="1022985" cy="8832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5666740" y="5678805"/>
            <a:ext cx="798195" cy="883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649595" y="554355"/>
            <a:ext cx="9525" cy="344805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649595" y="899160"/>
            <a:ext cx="9525" cy="3644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134225" y="516255"/>
            <a:ext cx="30480" cy="465518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145405" y="365760"/>
            <a:ext cx="15817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5760720" y="620395"/>
            <a:ext cx="636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3 ft</a:t>
            </a:r>
            <a:endParaRPr lang="en-US" sz="1400"/>
          </a:p>
        </p:txBody>
      </p:sp>
      <p:sp>
        <p:nvSpPr>
          <p:cNvPr id="20" name="Text Box 19"/>
          <p:cNvSpPr txBox="1"/>
          <p:nvPr>
            <p:custDataLst>
              <p:tags r:id="rId1"/>
            </p:custDataLst>
          </p:nvPr>
        </p:nvSpPr>
        <p:spPr>
          <a:xfrm>
            <a:off x="5805805" y="940435"/>
            <a:ext cx="591820" cy="27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/>
              <a:t>3 ft</a:t>
            </a:r>
            <a:endParaRPr lang="en-US" sz="140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547485" y="5671185"/>
            <a:ext cx="6350" cy="8794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>
            <p:custDataLst>
              <p:tags r:id="rId2"/>
            </p:custDataLst>
          </p:nvPr>
        </p:nvCxnSpPr>
        <p:spPr>
          <a:xfrm>
            <a:off x="5659120" y="5573395"/>
            <a:ext cx="80454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366260" y="5566410"/>
            <a:ext cx="1053465" cy="12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5805805" y="5369560"/>
            <a:ext cx="594360" cy="20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/>
              <a:t>6 ft</a:t>
            </a:r>
            <a:endParaRPr lang="en-US" sz="1200"/>
          </a:p>
        </p:txBody>
      </p:sp>
      <p:sp>
        <p:nvSpPr>
          <p:cNvPr id="27" name="Text Box 26"/>
          <p:cNvSpPr txBox="1"/>
          <p:nvPr/>
        </p:nvSpPr>
        <p:spPr>
          <a:xfrm>
            <a:off x="6195060" y="5880100"/>
            <a:ext cx="769620" cy="313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/>
              <a:t>10 ft</a:t>
            </a:r>
            <a:endParaRPr lang="en-US" sz="1400"/>
          </a:p>
        </p:txBody>
      </p:sp>
      <p:sp>
        <p:nvSpPr>
          <p:cNvPr id="28" name="Text Box 27"/>
          <p:cNvSpPr txBox="1"/>
          <p:nvPr/>
        </p:nvSpPr>
        <p:spPr>
          <a:xfrm>
            <a:off x="4460240" y="5351780"/>
            <a:ext cx="685165" cy="473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/>
              <a:t>10 ft</a:t>
            </a:r>
            <a:endParaRPr lang="en-US" sz="120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827645" y="5692140"/>
            <a:ext cx="0" cy="868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Text Box 29"/>
          <p:cNvSpPr txBox="1"/>
          <p:nvPr/>
        </p:nvSpPr>
        <p:spPr>
          <a:xfrm>
            <a:off x="7469505" y="5882640"/>
            <a:ext cx="5695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10 ft</a:t>
            </a:r>
            <a:endParaRPr lang="en-US" sz="120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4267835" y="5678805"/>
            <a:ext cx="9525" cy="87185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4019550" y="5844540"/>
            <a:ext cx="528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10 ft</a:t>
            </a:r>
            <a:endParaRPr lang="en-US" sz="1200"/>
          </a:p>
        </p:txBody>
      </p:sp>
      <p:sp>
        <p:nvSpPr>
          <p:cNvPr id="33" name="Text Box 32"/>
          <p:cNvSpPr txBox="1"/>
          <p:nvPr/>
        </p:nvSpPr>
        <p:spPr>
          <a:xfrm>
            <a:off x="5462905" y="114935"/>
            <a:ext cx="101346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/>
              <a:t>12-14 ft</a:t>
            </a:r>
            <a:endParaRPr lang="en-US" sz="1200"/>
          </a:p>
        </p:txBody>
      </p:sp>
      <p:sp>
        <p:nvSpPr>
          <p:cNvPr id="34" name="Text Box 33"/>
          <p:cNvSpPr txBox="1"/>
          <p:nvPr/>
        </p:nvSpPr>
        <p:spPr>
          <a:xfrm>
            <a:off x="7145020" y="2217420"/>
            <a:ext cx="452755" cy="100393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sz="1400"/>
              <a:t>22-25 ft</a:t>
            </a:r>
            <a:endParaRPr lang="en-US" sz="140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630670" y="5565140"/>
            <a:ext cx="102235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6746875" y="5352415"/>
            <a:ext cx="7905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10 ft</a:t>
            </a:r>
            <a:endParaRPr lang="en-US" sz="1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Presentation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hp</cp:lastModifiedBy>
  <cp:revision>2</cp:revision>
  <dcterms:created xsi:type="dcterms:W3CDTF">2024-06-22T07:21:55Z</dcterms:created>
  <dcterms:modified xsi:type="dcterms:W3CDTF">2024-06-22T09:33:51Z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2C436F4551FD494599AC99BBA4F31192_11</vt:lpwstr>
  </property>
  <property fmtid="{D5CDD505-2E9C-101B-9397-08002B2CF9AE}" pid="3" name="KSOProductBuildVer">
    <vt:lpwstr>1033-12.2.0.17119</vt:lpwstr>
  </property>
</Properties>
</file>